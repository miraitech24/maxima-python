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removePersonalInfoOnSave="1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ja-JP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9" d="100"/>
          <a:sy n="79" d="100"/>
        </p:scale>
        <p:origin x="773" y="77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19D4EF-F056-C5B1-08FA-816A518D40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23FA8C-C2EA-8C26-4619-CE31BEC6A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B459EB-8EE4-B05A-18D1-0121DBF49E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4BCE0-DE57-7095-82A8-E2BB2CDFA3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E30629-F086-3C38-EFD5-A39B8B105A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タイトル スライド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2493442" name="タイトル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854672547" name="字幕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ja-JP"/>
              <a:t>マスター サブタイトルの書式設定</a:t>
            </a:r>
            <a:endParaRPr/>
          </a:p>
        </p:txBody>
      </p:sp>
      <p:sp>
        <p:nvSpPr>
          <p:cNvPr id="1742931484" name="日付プレースホルダー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706878616" name="フッター プレースホルダー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898123095" name="スライド番号プレースホルダー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タイトルとコンテンツ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00241" name="タイトル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1610176974" name="コンテンツ プレースホルダー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1883995188" name="日付プレースホルダー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1517676045" name="フッター プレースホルダー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1979661077" name="スライド番号プレースホルダー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セクション見出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949130" name="タイトル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1656182972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</p:txBody>
      </p:sp>
      <p:sp>
        <p:nvSpPr>
          <p:cNvPr id="1096248323" name="日付プレースホルダー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1909159180" name="フッター プレースホルダー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1311442027" name="スライド番号プレースホルダー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2 つのコンテンツ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356412" name="タイトル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1242543779" name="コンテンツ プレースホルダー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1302913935" name="コンテンツ プレースホルダー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1012025185" name="日付プレースホルダー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676337808" name="フッター プレースホルダー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1572023528" name="スライド番号プレースホルダー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比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889828" name="タイトル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312008028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</p:txBody>
      </p:sp>
      <p:sp>
        <p:nvSpPr>
          <p:cNvPr id="382691698" name="コンテンツ プレースホルダー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1101682673" name="テキスト プレースホルダー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</p:txBody>
      </p:sp>
      <p:sp>
        <p:nvSpPr>
          <p:cNvPr id="1975153136" name="コンテンツ プレースホルダー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1823754159" name="日付プレースホルダー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538101770" name="フッター プレースホルダー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1377540108" name="スライド番号プレースホルダー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タイトルのみ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567779" name="タイトル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2081152489" name="日付プレースホルダー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582527501" name="フッター プレースホルダー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1057399241" name="スライド番号プレースホルダー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白紙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738026" name="日付プレースホルダー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2058833998" name="フッター プレースホルダー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802469949" name="スライド番号プレースホルダー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タイトル付きのコンテンツ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148989" name="タイトル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1360534499" name="コンテンツ プレースホルダー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670670931" name="テキスト プレースホルダー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</p:txBody>
      </p:sp>
      <p:sp>
        <p:nvSpPr>
          <p:cNvPr id="1087485942" name="日付プレースホルダー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1239238028" name="フッター プレースホルダー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633781800" name="スライド番号プレースホルダー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タイトル付きの図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730118" name="タイトル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768122625" name="図プレースホルダー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ja-JP"/>
          </a:p>
        </p:txBody>
      </p:sp>
      <p:sp>
        <p:nvSpPr>
          <p:cNvPr id="1645381710" name="テキスト プレースホルダー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</p:txBody>
      </p:sp>
      <p:sp>
        <p:nvSpPr>
          <p:cNvPr id="2143572941" name="日付プレースホルダー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1587819577" name="フッター プレースホルダー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455610333" name="スライド番号プレースホルダー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タイトルと縦書きテキスト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180691" name="タイトル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12420946" name="縦書きテキスト プレースホルダー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1691691396" name="日付プレースホルダー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1538549417" name="フッター プレースホルダー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1940082530" name="スライド番号プレースホルダー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縦書きタイトルと&#10;縦書きテキスト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720283" name="縦書きタイトル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899044578" name="縦書きテキスト プレースホルダー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47481739" name="日付プレースホルダー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422655240" name="フッター プレースホルダー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183695596" name="スライド番号プレースホルダー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36599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151429249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206546886" name="日付プレースホルダー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1955182411" name="フッター プレースホルダー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/>
          </a:p>
        </p:txBody>
      </p:sp>
      <p:sp>
        <p:nvSpPr>
          <p:cNvPr id="1795635606" name="スライド番号プレースホルダー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996945" name="タイトル 1"/>
          <p:cNvSpPr>
            <a:spLocks noGrp="1"/>
          </p:cNvSpPr>
          <p:nvPr>
            <p:ph type="ctrTitle"/>
          </p:nvPr>
        </p:nvSpPr>
        <p:spPr bwMode="auto">
          <a:xfrm flipH="0" flipV="0">
            <a:off x="1523999" y="2316307"/>
            <a:ext cx="9144000" cy="2908010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/>
          <a:p>
            <a:pPr>
              <a:defRPr/>
            </a:pPr>
            <a:br>
              <a:rPr lang="ja-JP" sz="60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br>
              <a:rPr lang="ja-JP" sz="60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br>
              <a:rPr lang="ja-JP" sz="60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br>
              <a:rPr lang="ja-JP" sz="60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br>
              <a:rPr lang="ja-JP" sz="60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br>
              <a:rPr lang="ja-JP" sz="60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br>
              <a:rPr lang="ja-JP" sz="60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br>
              <a:rPr lang="ja-JP" sz="60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br>
              <a:rPr lang="ja-JP" sz="60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br>
              <a:rPr lang="ja-JP" sz="60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br>
              <a:rPr lang="ja-JP" sz="60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br>
              <a:rPr lang="ja-JP" sz="60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br>
              <a:rPr lang="ja-JP" sz="60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ja-JP" sz="60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Venus Harvest — 地球を救う、金星ハック</a:t>
            </a:r>
            <a:br>
              <a:rPr lang="ja-JP" sz="60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6000"/>
          </a:p>
          <a:p>
            <a:pPr>
              <a:defRPr/>
            </a:pPr>
            <a:endParaRPr sz="6000"/>
          </a:p>
          <a:p>
            <a:pPr>
              <a:defRPr/>
            </a:pPr>
            <a:endParaRPr/>
          </a:p>
        </p:txBody>
      </p:sp>
      <p:sp>
        <p:nvSpPr>
          <p:cNvPr id="1538363154" name="字幕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451840" y="3509962"/>
            <a:ext cx="9144000" cy="1238105"/>
          </a:xfrm>
        </p:spPr>
        <p:txBody>
          <a:bodyPr/>
          <a:lstStyle/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地球のエネルギー危機を、金星の「地獄」で解決する</a:t>
            </a:r>
            <a:endParaRPr lang="ja-JP"/>
          </a:p>
        </p:txBody>
      </p:sp>
      <p:sp>
        <p:nvSpPr>
          <p:cNvPr id="486089396" name=""/>
          <p:cNvSpPr txBox="1"/>
          <p:nvPr/>
        </p:nvSpPr>
        <p:spPr bwMode="auto">
          <a:xfrm rot="0" flipH="0" flipV="0">
            <a:off x="8112159" y="5224317"/>
            <a:ext cx="302956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みらいテック</a:t>
            </a:r>
            <a:endParaRPr/>
          </a:p>
        </p:txBody>
      </p:sp>
      <p:sp>
        <p:nvSpPr>
          <p:cNvPr id="1780191813" name=""/>
          <p:cNvSpPr txBox="1"/>
          <p:nvPr/>
        </p:nvSpPr>
        <p:spPr bwMode="auto">
          <a:xfrm rot="0" flipH="0" flipV="0">
            <a:off x="8054431" y="4748068"/>
            <a:ext cx="1276477" cy="373924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2026年1月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298853" name="タイトル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【課題と解決】なぜ、火星ではなく金星なのか？</a:t>
            </a:r>
            <a:endParaRPr/>
          </a:p>
        </p:txBody>
      </p:sp>
      <p:sp>
        <p:nvSpPr>
          <p:cNvPr id="516917489" name="コンテンツ プレースホルダー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高圧は「障害」ではなく、核融合を加速させる「天然のブースター」である。日本申請の国際特許がその鍵を握る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473304" name="タイトル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【技術的裏付け】ベネラ計画の「死」を「生」へ変える</a:t>
            </a:r>
            <a:endParaRPr/>
          </a:p>
        </p:txBody>
      </p:sp>
      <p:sp>
        <p:nvSpPr>
          <p:cNvPr id="2072059291" name="コンテンツ プレースホルダー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100MWの出力に対し、冷却コストはわずか0.01%。エネルギーの無限ループが完成した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75629" name="タイトル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【</a:t>
            </a:r>
            <a:r>
              <a:rPr sz="4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ビジネスモデル】自己増殖するマネー・マシン</a:t>
            </a:r>
            <a:endParaRPr/>
          </a:p>
        </p:txBody>
      </p:sp>
      <p:sp>
        <p:nvSpPr>
          <p:cNvPr id="1616954196" name="コンテンツ プレースホルダー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現地調達率90%。1基が1.12日で産まれる。原材料費（CO2）はタダ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5176043" name="タイトル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【出口戦略】20年で地球のエネルギー市場を独占する</a:t>
            </a:r>
            <a:endParaRPr/>
          </a:p>
        </p:txBody>
      </p:sp>
      <p:sp>
        <p:nvSpPr>
          <p:cNvPr id="418564905" name="コンテンツ プレースホルダー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年間2,500兆円のグローバル電力市場をリプレイス。先行投資の回収期間は10年以内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modified xsi:type="dcterms:W3CDTF">2026-01-08T10:50:17Z</dcterms:modified>
</cp:coreProperties>
</file>